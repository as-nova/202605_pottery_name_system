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12615"/>
            <a:ext cx="12125325" cy="2228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7745" y="231775"/>
            <a:ext cx="10189845" cy="2082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原名与推荐命名的差异：五种基本情况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1. 原名和新名都有且相同：确认。是对原名的正面肯定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2. 原名和新名都有且不同：纠正。是对原名的负面批评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&gt; 例如原名认为是盘，但实际称为盆更合适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3. 只有原名有：沿用。由于说不清肯定还是否定，默认为中性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&gt; 例如原名提及新石器时代，新名给不出年代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4. 只有新名有：补充。由于提供了新信息，应当是正面的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&gt; 例如原名未提纹饰，但系统认为应当称为几何纹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5. 都没有：空缺。部分属性空缺是正常的（因为可能就是看不出来或没有），目前默认为中性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sym typeface="+mn-ea"/>
              </a:rPr>
              <a:t>&gt; 例如原名和新名都不打算在器型前加修饰词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WPS 演示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Ubuntu Mono derivative Powerline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Chengjin Yuan</dc:creator>
  <cp:lastModifiedBy>袁承进</cp:lastModifiedBy>
  <cp:revision>7</cp:revision>
  <dcterms:created xsi:type="dcterms:W3CDTF">2023-08-09T12:44:00Z</dcterms:created>
  <dcterms:modified xsi:type="dcterms:W3CDTF">2026-05-19T03:27:10Z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E278EE83C785492BAC2A63DB8251B64F_12</vt:lpwstr>
  </property>
</Properties>
</file>